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8E152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8E152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CINEMA AURORA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Prenotare un film non è mai stato così semplice.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piattaforma web full-stack per la gestione di un cinema: catalogo film, programmazione spettacoli, prenotazione posti e assistenza clienti.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Aurora — un progetto sviluppato con passione durante il percorso formativo ELIS.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Aurora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Problema alla Piattaforma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Programmazione di film e spettacoli gestita a mano, senza automazioni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visione unificata di sale, orari e posti disponibili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Comunicazione dispersiva tra clienti e staff per richieste e problemi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Assenza di ruoli e permessi differenziati per la gestione del cinema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26480" y="14173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E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L'approccio Cinema Aurora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224028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 film con dettagli, generi e locandine da OMDb API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Spettacoli programmati con calcolo automatico dell'orario di fine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Prenotazione biglietti con scelta di sale e posti in tempo reale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diretta con lo staff per l'assistenza clienti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Aurora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Ruoli, Una Piattaforma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gestisce permessi separati per ogni tipologia di utente.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02152" cy="452628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3C8C6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8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136392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 e prenotare lo spettacolo giusto.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93192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8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FUNZIONALITÀ CHIAVE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4233672"/>
            <a:ext cx="2862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film, prenotazione posti, gestione biglietti, chat con lo staff.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87952" y="1600200"/>
            <a:ext cx="3502152" cy="452628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07992" y="1920240"/>
            <a:ext cx="594360" cy="594360"/>
          </a:xfrm>
          <a:prstGeom prst="ellipse">
            <a:avLst/>
          </a:prstGeom>
          <a:solidFill>
            <a:srgbClr val="D4A72C"/>
          </a:solidFill>
          <a:ln/>
        </p:spPr>
      </p:sp>
      <p:sp>
        <p:nvSpPr>
          <p:cNvPr id="14" name="Text 12"/>
          <p:cNvSpPr/>
          <p:nvPr/>
        </p:nvSpPr>
        <p:spPr>
          <a:xfrm>
            <a:off x="4507992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39512" y="194767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07992" y="283464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07992" y="3136392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Gestire film, sale e programmazione.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07992" y="393192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FUNZIONALITÀ CHIAVE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07992" y="4233672"/>
            <a:ext cx="2862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film e spettacoli, gestione sale, risposta ai ticket dei clienti.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18704" y="1600200"/>
            <a:ext cx="3502152" cy="452628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38744" y="1920240"/>
            <a:ext cx="594360" cy="594360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22" name="Text 20"/>
          <p:cNvSpPr/>
          <p:nvPr/>
        </p:nvSpPr>
        <p:spPr>
          <a:xfrm>
            <a:off x="8238744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970264" y="194767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SuperAdmin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38744" y="283464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38744" y="3136392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Supervisionare l'intera piattaforma.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38744" y="393192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FUNZIONALITÀ CHIAVE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38744" y="4233672"/>
            <a:ext cx="2862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staff e generi, statistiche, controllo generale del sistema.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Aurora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Primo Contatto: la Homepage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903720" cy="4279392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E2E2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/home/claude/proj/imgs/home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44168"/>
            <a:ext cx="6684264" cy="40599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435608"/>
            <a:ext cx="201168" cy="201168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3441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d'impatto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01000" y="167335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introduttiva con call-to-action per prenotare o consultare la programmazione.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35240" y="2944368"/>
            <a:ext cx="201168" cy="201168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0" y="28529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in evidenza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01000" y="31821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Carosello dei titoli più popolari, con locandine e generi recuperati da OMDb API.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35240" y="4453128"/>
            <a:ext cx="201168" cy="201168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4361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Programmazione del giorno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01000" y="469087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Panoramica in tempo reale degli spettacoli disponibili per la giornata corrente.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Aurora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 Film: Ricerca e Filtri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434840" y="1234440"/>
            <a:ext cx="7269480" cy="4654296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12700">
            <a:solidFill>
              <a:srgbClr val="E2E2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/home/claude/proj/imgs/lista-fil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44568" y="1344168"/>
            <a:ext cx="7050024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35608"/>
            <a:ext cx="201168" cy="201168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3441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libera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67335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testuale per titolo, attore o descrizione del film.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569464"/>
            <a:ext cx="201168" cy="201168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7802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per genere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807208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 rapida tra le categorie disponibili sulla piattaforma.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703320"/>
            <a:ext cx="201168" cy="201168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6118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OMDb API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3941064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Locandine, cast e durata recuperati automaticamente da un servizio esterno.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4837176"/>
            <a:ext cx="201168" cy="201168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74573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dettagliata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" y="50749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film mostra trama, durata, generi e accesso al dettaglio.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Aurora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Prenotazione Guidata: la Selezione dei Posti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336792" cy="5047488"/>
          </a:xfrm>
          <a:prstGeom prst="roundRect">
            <a:avLst>
              <a:gd name="adj" fmla="val 1087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proj/imgs/selezione-post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44168"/>
            <a:ext cx="6117336" cy="48280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618488"/>
            <a:ext cx="201168" cy="201168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6" name="Text 3"/>
          <p:cNvSpPr/>
          <p:nvPr/>
        </p:nvSpPr>
        <p:spPr>
          <a:xfrm>
            <a:off x="7525512" y="15087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interattiva della sala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25512" y="196596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fila e poltrona sono rappresentate a colpo d'occhio, con lo schermo come riferimento in alto.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3127248"/>
            <a:ext cx="201168" cy="201168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9" name="Text 6"/>
          <p:cNvSpPr/>
          <p:nvPr/>
        </p:nvSpPr>
        <p:spPr>
          <a:xfrm>
            <a:off x="7525512" y="30175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Disponibilità in tempo reale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25512" y="347472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stati sempre visibili — libero, selezionato, occupato — per evitare sovrapposizioni tra clienti.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4636008"/>
            <a:ext cx="201168" cy="201168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12" name="Text 9"/>
          <p:cNvSpPr/>
          <p:nvPr/>
        </p:nvSpPr>
        <p:spPr>
          <a:xfrm>
            <a:off x="7525512" y="45262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 dinamico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25512" y="498348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di biglietti, prezzo unitario e totale da pagare calcolati automaticamente ad ogni selezione.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Aurora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Pannello Staff: Gestione Spettacoli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7818120" cy="4023360"/>
          </a:xfrm>
          <a:prstGeom prst="roundRect">
            <a:avLst>
              <a:gd name="adj" fmla="val 1364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proj/imgs/gestione-spettacol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44168"/>
            <a:ext cx="7598664" cy="3803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435608"/>
            <a:ext cx="201168" cy="201168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6" name="Text 3"/>
          <p:cNvSpPr/>
          <p:nvPr/>
        </p:nvSpPr>
        <p:spPr>
          <a:xfrm>
            <a:off x="8942832" y="13441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intelligente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942832" y="180136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L'orario di fine spettacolo è calcolato in automatico dalla durata del film.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595360" y="3035808"/>
            <a:ext cx="201168" cy="201168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9" name="Text 6"/>
          <p:cNvSpPr/>
          <p:nvPr/>
        </p:nvSpPr>
        <p:spPr>
          <a:xfrm>
            <a:off x="8942832" y="29443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sale e posti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942832" y="340156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spettacolo mostra sala assegnata e posti rimasti in tempo reale.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595360" y="4636008"/>
            <a:ext cx="201168" cy="201168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12" name="Text 9"/>
          <p:cNvSpPr/>
          <p:nvPr/>
        </p:nvSpPr>
        <p:spPr>
          <a:xfrm>
            <a:off x="8942832" y="45445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Programmazione attiva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942832" y="500176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completa di tutti gli spettacoli registrati, con eliminazione rapida.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Aurora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Tecnologie Sotto il Cofano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Un'architettura full-stack disaccoppiata: API REST in Java, interfaccia reattiva in Angular.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394960" cy="4617720"/>
          </a:xfrm>
          <a:prstGeom prst="roundRect">
            <a:avLst>
              <a:gd name="adj" fmla="val 1980"/>
            </a:avLst>
          </a:prstGeom>
          <a:solidFill>
            <a:srgbClr val="1C1C1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· Spring Boot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— API REST, servizi e configurazione dell'app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 — autenticazione stateless e ruoli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/ Hibernate — persistenza su MySQL (H2 in test)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— validazione automatica delle richieste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 — documentazione interattiva delle API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JavaMail — invio email per reset password e notifiche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OMDb API — dati e locandine dei film in tempo reale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508760"/>
            <a:ext cx="5394960" cy="4617720"/>
          </a:xfrm>
          <a:prstGeom prst="roundRect">
            <a:avLst>
              <a:gd name="adj" fmla="val 1980"/>
            </a:avLst>
          </a:prstGeom>
          <a:solidFill>
            <a:srgbClr val="1C1C1E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 · TypeScript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60604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standalone components — architettura modulare a componenti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— tipizzazione statica su tutto il client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&amp; Interceptor — protezione delle rotte e gestione automatica del token JWT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 — gestione reattiva delle chiamate HTTP e dello stato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per ruolo — viste dedicate per Cliente, Staff e SuperAdmin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responsive dark theme — coerente con l'identità del cinema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Aurora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Fondamenta Sicure: Accesso e Ruoli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2587752" cy="4480560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31036" y="1965960"/>
            <a:ext cx="640080" cy="640080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5" name="Text 3"/>
          <p:cNvSpPr/>
          <p:nvPr/>
        </p:nvSpPr>
        <p:spPr>
          <a:xfrm>
            <a:off x="143103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83464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Registrazione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22219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Creazione account con password sottoposta a criteri di sicurezza e cifratura BCrypt.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63240" y="20574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1600200"/>
            <a:ext cx="2587752" cy="4480560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19956" y="1965960"/>
            <a:ext cx="640080" cy="640080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11" name="Text 9"/>
          <p:cNvSpPr/>
          <p:nvPr/>
        </p:nvSpPr>
        <p:spPr>
          <a:xfrm>
            <a:off x="421995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283464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e JWT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29000" y="3383280"/>
            <a:ext cx="22219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L'autenticazione genera un token JWT, verificato ad ogni richiesta da un filtro dedicato.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52160" y="20574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5040" y="1600200"/>
            <a:ext cx="2587752" cy="4480560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08876" y="1965960"/>
            <a:ext cx="640080" cy="640080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17" name="Text 15"/>
          <p:cNvSpPr/>
          <p:nvPr/>
        </p:nvSpPr>
        <p:spPr>
          <a:xfrm>
            <a:off x="700887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72200" y="283464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Ruoli distinti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17920" y="3383280"/>
            <a:ext cx="22219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Staff e SuperAdmin con permessi separati, applicati via Spring Security.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41080" y="20574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823960" y="1600200"/>
            <a:ext cx="2587752" cy="4480560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797796" y="1965960"/>
            <a:ext cx="640080" cy="640080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23" name="Text 21"/>
          <p:cNvSpPr/>
          <p:nvPr/>
        </p:nvSpPr>
        <p:spPr>
          <a:xfrm>
            <a:off x="979779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61120" y="283464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password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006840" y="3383280"/>
            <a:ext cx="22219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Recupero credenziali via email, gestito da un servizio SMTP dedicato.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Aurora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Assistenza Clienti Integrata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343400" y="1234440"/>
            <a:ext cx="7360920" cy="3767328"/>
          </a:xfrm>
          <a:prstGeom prst="roundRect">
            <a:avLst>
              <a:gd name="adj" fmla="val 1456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proj/imgs/assistenza-tick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53128" y="1344168"/>
            <a:ext cx="7141464" cy="35478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81328"/>
            <a:ext cx="201168" cy="201168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3716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 ticket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cliente apre una richiesta con oggetto e primo messaggio, indirizzata allo staff.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990088"/>
            <a:ext cx="201168" cy="201168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8803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della conversazione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chat segue un ciclo: in attesa, aperta, chiusa — sempre tracciabile.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498848"/>
            <a:ext cx="201168" cy="201168"/>
          </a:xfrm>
          <a:prstGeom prst="ellipse">
            <a:avLst/>
          </a:prstGeom>
          <a:solidFill>
            <a:srgbClr val="C81E2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3891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 diretto staff-cliente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48463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Risposte in tempo reale dal pannello dedicato dello staff.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Aurora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8E152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754880"/>
            <a:ext cx="3474720" cy="3474720"/>
          </a:xfrm>
          <a:prstGeom prst="ellipse">
            <a:avLst/>
          </a:prstGeom>
          <a:solidFill>
            <a:srgbClr val="8E152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Uno schermo, tre ruoli,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un'unica esperienza fluida.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6868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Spring Boot · Spring Security · JWT · MySQL · Angular · TypeScript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59893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Aurora — un progetto sviluppato con passione durante il percorso formativo ELIS.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Aurora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2026-08-23T09:08:04Z</dcterms:created>
  <dcterms:modified xsi:type="dcterms:W3CDTF">2026-08-23T09:08:04Z</dcterms:modified>
</cp:coreProperties>
</file>